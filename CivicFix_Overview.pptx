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23306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858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658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CIVICFIX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CivicFix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49808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it. Route it. Fix it.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public infrastructure issue reporting system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5440680"/>
            <a:ext cx="2926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reports  →  System triages  →  Officer resolves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complaints disappear into a black box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tracking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report a pothole or dead streetlight by phone or in person, get no ticket number, and never learn what happened.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prioritization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receive complaints in mixed formats with no way to tell which ones are urgent or dangerous.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5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record of who is responsible for a complaint, so nothing forces it to get fixed.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834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pothole sits outside a school. Today the complaint disappears — a week later, a cyclist is injured.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complaint becomes a tracked, routed, accountable ticket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7F9FC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submits an issue with GPS location, address auto-lookup, and a map preview.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56432" y="19202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7F9FC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93692" y="219456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39369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93592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39312" y="3429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category, department and priority, with the reasons behind it.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71032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27064" y="19202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7F9FC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64324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16432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64224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9944" y="3429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assigns the ticket to a named officer, balanced by current workload.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41664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97696" y="19202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7F9FC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34956" y="21945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993495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34856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80576" y="34290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moves it through a strict workflow; the citizen is notified at every step.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Citizen · Field Officer · Administrator — each with a role-scoped view and permissions.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state machine — illegal jumps are refused, every change is timestamped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148840" cy="914400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2834640"/>
            <a:ext cx="50292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2377440"/>
            <a:ext cx="2148840" cy="9144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3774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IN_REVIEW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0" y="2834640"/>
            <a:ext cx="50292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26480" y="2377440"/>
            <a:ext cx="2148840" cy="9144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3774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IN_PROGRESS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2834640"/>
            <a:ext cx="50292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78240" y="2377440"/>
            <a:ext cx="2148840" cy="9144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23774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0" y="3931920"/>
            <a:ext cx="2148840" cy="91440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49140" y="3291840"/>
            <a:ext cx="0" cy="640080"/>
          </a:xfrm>
          <a:prstGeom prst="line">
            <a:avLst/>
          </a:prstGeom>
          <a:noFill/>
          <a:ln w="25400">
            <a:solidFill>
              <a:srgbClr val="1A1A2E"/>
            </a:solidFill>
            <a:prstDash val="dash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76072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requires a written reason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89204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512978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assigned officer (or an admin) may change an issue's status.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1560" y="551383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4589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written to a status_history timeline entry.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51560" y="589788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58430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are notified in-app at each step of the journey.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by Role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34290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2660904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4688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login, report an issue with GPS + map preview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758184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661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category, department, priority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855464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6634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“My issues”, timeline, in-app notifications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7F9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15544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F2A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1965960"/>
            <a:ext cx="3429000" cy="3657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1554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617720" y="2660904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688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of all issues, plus “assigned to me” tab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17720" y="3758184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5661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17720" y="4855464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6634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issues through the workflow; reason mandatory to reject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4672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7F9FC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0" y="15544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1965960"/>
            <a:ext cx="34290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915400" y="15544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321040" y="26609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549640" y="24688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totals, unassigned, high-priority open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321040" y="375818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8549640" y="35661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/ reassign issues by officer workload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321040" y="485546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46634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roles, categories, departments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Triage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specialization enhancement: from keyword rules to a trained classifier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26317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types a description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4505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lamp above my gate has died”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26317A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service scores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679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 → category, priority, confidence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75488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26317A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5074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 as fallback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52852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ML service is down, the deterministic keyword engine takes over automatically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78040" y="1920240"/>
            <a:ext cx="4251960" cy="169164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20574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“ml-model”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“keyword-rules”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52360" y="26517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always names its source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78040" y="3794760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26317A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9319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52360" y="4279392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bundled training set is synthetic — near-100% accuracy only proves the pipeline works. Real accuracy is measured only after training on real, labelled complaints.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API → Database, with external geocoding and an optional ML service</a:t>
            </a:r>
            <a:endParaRPr lang="en-US" sz="1300" dirty="0"/>
          </a:p>
        </p:txBody>
      </p:sp>
      <p:pic>
        <p:nvPicPr>
          <p:cNvPr id="4" name="Image 0" descr="/home/claude/pptx_build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13850"/>
            <a:ext cx="11247120" cy="2144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72184"/>
            <a:ext cx="54864" cy="4206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97480" y="141732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React Router · Axios · Tailwind CSS · Leaflet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02536"/>
            <a:ext cx="54864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476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97480" y="194767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 (Java 17) · Spring Security + JWT · Bean Validation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78024"/>
            <a:ext cx="10881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532888"/>
            <a:ext cx="54864" cy="42062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7802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97480" y="2478024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Hibernate · PostgreSQL 16 (H2 for tests)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4864" cy="42062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08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97480" y="3008376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password hashing · roles: CITIZEN / OFFICER / ADMIN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538728"/>
            <a:ext cx="10881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593592"/>
            <a:ext cx="54864" cy="42062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387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97480" y="35387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 (backend) · pytest (AI service)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123944"/>
            <a:ext cx="54864" cy="4206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0690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Docs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697480" y="406908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springdoc-openapi — Swagger UI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99432"/>
            <a:ext cx="108813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654296"/>
            <a:ext cx="54864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5994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/ CD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697480" y="459943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Checkstyle, ESLint/Prettier, tests, deploy hooks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184648"/>
            <a:ext cx="54864" cy="42062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1297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697480" y="5129784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(backend) · Vercel (frontend) · Railway / Aiven (PostgreSQL)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— Entity Relationship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· PostgreSQL 16 · modeled with Spring Data JPA / Hibernate</a:t>
            </a:r>
            <a:endParaRPr lang="en-US" sz="1300" dirty="0"/>
          </a:p>
        </p:txBody>
      </p:sp>
      <p:pic>
        <p:nvPicPr>
          <p:cNvPr id="4" name="Image 0" descr="/home/claude/pptx_build/er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043" y="1371600"/>
            <a:ext cx="9162865" cy="525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64008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81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Citizens, officers, admins (bcrypt password hash)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60320"/>
            <a:ext cx="64008" cy="8686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334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issue_categories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problems (pothole, streetlight, etc.)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11880"/>
            <a:ext cx="64008" cy="8686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850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departments that own a category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66344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365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+ GPS coordinates, one-to-one with an issue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50876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508760"/>
            <a:ext cx="64008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581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1920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reported problem, its status and priority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256032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560320"/>
            <a:ext cx="64008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26334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status_history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2971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timeline entry per workflow change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361188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3611880"/>
            <a:ext cx="64008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6850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issue_assignments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4023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officer handles which issue, history kept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4663440"/>
            <a:ext cx="5257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4663440"/>
            <a:ext cx="64008" cy="86868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7365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37960" y="50749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messages per user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Platform Operations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719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`{ success, data, message }` response envelope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on every endpoint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6393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login lockout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47091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5994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`/api/health` endpoint for uptime checks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8288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1719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greppable application logs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37960" y="2788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67919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API docs via Swagger UI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37960" y="37490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36393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Nominatim reverse-geocoding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37960" y="47091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45994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 tiles for location preview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supported paths, both documented in SETUP_GUIDE.md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6317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(easiest)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743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start Docker Desktop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3649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3649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where docker-compose.yml lives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9867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9867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./run.sh (or run.bat on Windows)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6085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6085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Auto-creates .env with a random JWT secret, then builds everything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230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52303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localhost:5173 · Swagger at :8080/swagger-ui.html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631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2542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Java 17, Maven, Node 20, PostgreSQL 16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2971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createdb -U postgres civic_issue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3593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35935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backend/.env — set DB_PASSWORD, JWT_SECRET (32+ chars)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42153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2153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 &amp;&amp; mvn spring-boot:run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48371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4837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 &amp;&amp; cp .env.example .env &amp;&amp; npm install &amp;&amp; npm run dev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3291840" cy="3291840"/>
          </a:xfrm>
          <a:prstGeom prst="ellipse">
            <a:avLst/>
          </a:prstGeom>
          <a:solidFill>
            <a:srgbClr val="23306E"/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14630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1663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25146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CivicFix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2918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it. Route it. Fix 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66360" y="4114800"/>
            <a:ext cx="18288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2976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2026-09-20T14:33:05Z</dcterms:created>
  <dcterms:modified xsi:type="dcterms:W3CDTF">2026-09-20T14:33:05Z</dcterms:modified>
</cp:coreProperties>
</file>